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979" autoAdjust="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888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  <a:latin typeface="Aptos Display"/>
              </a:defRPr>
            </a:pPr>
            <a:r>
              <a:t>WhiteMarket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78892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>
                <a:solidFill>
                  <a:srgbClr val="BFDBFE"/>
                </a:solidFill>
                <a:latin typeface="Aptos"/>
              </a:defRPr>
            </a:pPr>
            <a:r>
              <a:t>Sprint Review – S5.1</a:t>
            </a:r>
          </a:p>
          <a:p>
            <a:pPr>
              <a:defRPr sz="1800">
                <a:solidFill>
                  <a:srgbClr val="CBD5E1"/>
                </a:solidFill>
              </a:defRPr>
            </a:pPr>
            <a:r>
              <a:t>Werkende webshop • 4 afgeronde user stories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Aptos Display"/>
              </a:defRPr>
            </a:pPr>
            <a:r>
              <a:t>1. Opening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475569"/>
                </a:solidFill>
                <a:latin typeface="Aptos"/>
              </a:defRPr>
            </a:pPr>
            <a:r>
              <a:t>Doel van deze sprint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9164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0F172A"/>
                </a:solidFill>
                <a:latin typeface="Aptos"/>
              </a:defRPr>
            </a:pPr>
            <a:r>
              <a:t>• Een werkende en overzichtelijke webshop maken voor WhiteMarket.</a:t>
            </a:r>
          </a:p>
          <a:p>
            <a:pPr>
              <a:spcAft>
                <a:spcPts val="1400"/>
              </a:spcAft>
              <a:defRPr sz="2000">
                <a:solidFill>
                  <a:srgbClr val="0F172A"/>
                </a:solidFill>
                <a:latin typeface="Aptos"/>
              </a:defRPr>
            </a:pPr>
            <a:r>
              <a:t>• Producten duidelijk presenteren met een consistente stijl.</a:t>
            </a:r>
          </a:p>
          <a:p>
            <a:pPr>
              <a:spcAft>
                <a:spcPts val="1400"/>
              </a:spcAft>
              <a:defRPr sz="2000">
                <a:solidFill>
                  <a:srgbClr val="0F172A"/>
                </a:solidFill>
                <a:latin typeface="Aptos"/>
              </a:defRPr>
            </a:pPr>
            <a:r>
              <a:t>• Een zoekfunctie en duidelijke actieknoppen toevoegen.</a:t>
            </a:r>
          </a:p>
          <a:p>
            <a:pPr>
              <a:spcAft>
                <a:spcPts val="1400"/>
              </a:spcAft>
              <a:defRPr sz="2000">
                <a:solidFill>
                  <a:srgbClr val="0F172A"/>
                </a:solidFill>
                <a:latin typeface="Aptos"/>
              </a:defRPr>
            </a:pPr>
            <a:r>
              <a:t>• Een countdown timer maken voor flash sales.</a:t>
            </a:r>
          </a:p>
          <a:p>
            <a:pPr>
              <a:spcAft>
                <a:spcPts val="1400"/>
              </a:spcAft>
              <a:defRPr sz="2000">
                <a:solidFill>
                  <a:srgbClr val="0F172A"/>
                </a:solidFill>
                <a:latin typeface="Aptos"/>
              </a:defRPr>
            </a:pPr>
            <a:r>
              <a:t>• Alle geplande user stories zijn afgerond.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Aptos Display"/>
              </a:defRPr>
            </a:pPr>
            <a:r>
              <a:t>2. User Story 1 – Visueel aantrekkelijke webshop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475569"/>
                </a:solidFill>
                <a:latin typeface="Aptos"/>
              </a:defRPr>
            </a:pPr>
            <a:r>
              <a:t>Must Have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9164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0F172A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Minimaal</a:t>
            </a:r>
            <a:r>
              <a:rPr dirty="0"/>
              <a:t> 3 </a:t>
            </a:r>
            <a:r>
              <a:rPr dirty="0" err="1"/>
              <a:t>voorbeeldproducten</a:t>
            </a:r>
            <a:r>
              <a:rPr dirty="0"/>
              <a:t> op de </a:t>
            </a:r>
            <a:r>
              <a:rPr dirty="0" err="1"/>
              <a:t>webshop</a:t>
            </a:r>
            <a:r>
              <a:rPr dirty="0"/>
              <a:t>.</a:t>
            </a:r>
          </a:p>
          <a:p>
            <a:pPr>
              <a:spcAft>
                <a:spcPts val="1400"/>
              </a:spcAft>
              <a:defRPr sz="2000">
                <a:solidFill>
                  <a:srgbClr val="0F172A"/>
                </a:solidFill>
                <a:latin typeface="Aptos"/>
              </a:defRPr>
            </a:pPr>
            <a:r>
              <a:rPr dirty="0"/>
              <a:t>• Elk product </a:t>
            </a:r>
            <a:r>
              <a:rPr dirty="0" err="1"/>
              <a:t>heeft</a:t>
            </a:r>
            <a:r>
              <a:rPr dirty="0"/>
              <a:t> </a:t>
            </a:r>
            <a:r>
              <a:rPr dirty="0" err="1"/>
              <a:t>een</a:t>
            </a:r>
            <a:r>
              <a:rPr dirty="0"/>
              <a:t> naam, </a:t>
            </a:r>
            <a:r>
              <a:rPr dirty="0" err="1"/>
              <a:t>afbeelding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prijs</a:t>
            </a:r>
            <a:r>
              <a:rPr dirty="0"/>
              <a:t>.</a:t>
            </a:r>
          </a:p>
          <a:p>
            <a:pPr>
              <a:spcAft>
                <a:spcPts val="1400"/>
              </a:spcAft>
              <a:defRPr sz="2000">
                <a:solidFill>
                  <a:srgbClr val="0F172A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Duidelijke</a:t>
            </a:r>
            <a:r>
              <a:rPr dirty="0"/>
              <a:t> </a:t>
            </a:r>
            <a:r>
              <a:rPr dirty="0" err="1"/>
              <a:t>visuele</a:t>
            </a:r>
            <a:r>
              <a:rPr dirty="0"/>
              <a:t> </a:t>
            </a:r>
            <a:r>
              <a:rPr dirty="0" err="1"/>
              <a:t>hiërarchie</a:t>
            </a:r>
            <a:r>
              <a:rPr dirty="0"/>
              <a:t> met </a:t>
            </a:r>
            <a:r>
              <a:rPr dirty="0" err="1"/>
              <a:t>consistente</a:t>
            </a:r>
            <a:r>
              <a:rPr dirty="0"/>
              <a:t> </a:t>
            </a:r>
            <a:r>
              <a:rPr dirty="0" err="1"/>
              <a:t>kleuren</a:t>
            </a:r>
            <a:r>
              <a:rPr dirty="0"/>
              <a:t>, </a:t>
            </a:r>
            <a:r>
              <a:rPr dirty="0" err="1"/>
              <a:t>typografie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spacing.</a:t>
            </a:r>
          </a:p>
          <a:p>
            <a:pPr>
              <a:spcAft>
                <a:spcPts val="1400"/>
              </a:spcAft>
              <a:defRPr sz="2000">
                <a:solidFill>
                  <a:srgbClr val="0F172A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Productkaarten</a:t>
            </a:r>
            <a:r>
              <a:rPr dirty="0"/>
              <a:t> </a:t>
            </a:r>
            <a:r>
              <a:rPr dirty="0" err="1"/>
              <a:t>zijn</a:t>
            </a:r>
            <a:r>
              <a:rPr dirty="0"/>
              <a:t> </a:t>
            </a:r>
            <a:r>
              <a:rPr dirty="0" err="1"/>
              <a:t>verzorgd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consistent </a:t>
            </a:r>
            <a:r>
              <a:rPr dirty="0" err="1"/>
              <a:t>vormgegeven</a:t>
            </a:r>
            <a:r>
              <a:rPr dirty="0"/>
              <a:t>.</a:t>
            </a:r>
          </a:p>
          <a:p>
            <a:pPr>
              <a:spcAft>
                <a:spcPts val="1400"/>
              </a:spcAft>
              <a:defRPr sz="2000">
                <a:solidFill>
                  <a:srgbClr val="0F172A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Belangrijke</a:t>
            </a:r>
            <a:r>
              <a:rPr dirty="0"/>
              <a:t> </a:t>
            </a:r>
            <a:r>
              <a:rPr dirty="0" err="1"/>
              <a:t>onderdelen</a:t>
            </a:r>
            <a:r>
              <a:rPr dirty="0"/>
              <a:t> </a:t>
            </a:r>
            <a:r>
              <a:rPr dirty="0" err="1"/>
              <a:t>vallen</a:t>
            </a:r>
            <a:r>
              <a:rPr dirty="0"/>
              <a:t> direct op.</a:t>
            </a:r>
          </a:p>
          <a:p>
            <a:pPr>
              <a:spcAft>
                <a:spcPts val="1400"/>
              </a:spcAft>
              <a:defRPr sz="2000">
                <a:solidFill>
                  <a:srgbClr val="0F172A"/>
                </a:solidFill>
                <a:latin typeface="Aptos"/>
              </a:defRPr>
            </a:pPr>
            <a:r>
              <a:rPr dirty="0"/>
              <a:t>• De website is </a:t>
            </a:r>
            <a:r>
              <a:rPr dirty="0" err="1"/>
              <a:t>bruikbaar</a:t>
            </a:r>
            <a:r>
              <a:rPr dirty="0"/>
              <a:t> op desktop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mobiel</a:t>
            </a:r>
            <a:r>
              <a:rPr dirty="0"/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5806440"/>
            <a:ext cx="2103120" cy="50292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rPr dirty="0"/>
              <a:t>✓ </a:t>
            </a:r>
            <a:r>
              <a:rPr dirty="0" err="1"/>
              <a:t>Afgerond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Aptos Display"/>
              </a:defRPr>
            </a:pPr>
            <a:r>
              <a:t>3. User Story 2 – Duidelijke call-to-actions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475569"/>
                </a:solidFill>
                <a:latin typeface="Aptos"/>
              </a:defRPr>
            </a:pPr>
            <a:r>
              <a:t>Must Have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9164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0F172A"/>
                </a:solidFill>
                <a:latin typeface="Aptos"/>
              </a:defRPr>
            </a:pPr>
            <a:r>
              <a:t>• Elk product heeft minimaal één duidelijke actieknop.</a:t>
            </a:r>
          </a:p>
          <a:p>
            <a:pPr>
              <a:spcAft>
                <a:spcPts val="1400"/>
              </a:spcAft>
              <a:defRPr sz="2000">
                <a:solidFill>
                  <a:srgbClr val="0F172A"/>
                </a:solidFill>
                <a:latin typeface="Aptos"/>
              </a:defRPr>
            </a:pPr>
            <a:r>
              <a:t>• De knoppen vallen visueel goed op.</a:t>
            </a:r>
          </a:p>
          <a:p>
            <a:pPr>
              <a:spcAft>
                <a:spcPts val="1400"/>
              </a:spcAft>
              <a:defRPr sz="2000">
                <a:solidFill>
                  <a:srgbClr val="0F172A"/>
                </a:solidFill>
                <a:latin typeface="Aptos"/>
              </a:defRPr>
            </a:pPr>
            <a:r>
              <a:t>• De knoppen hebben een zichtbare hover state.</a:t>
            </a:r>
          </a:p>
          <a:p>
            <a:pPr>
              <a:spcAft>
                <a:spcPts val="1400"/>
              </a:spcAft>
              <a:defRPr sz="2000">
                <a:solidFill>
                  <a:srgbClr val="0F172A"/>
                </a:solidFill>
                <a:latin typeface="Aptos"/>
              </a:defRPr>
            </a:pPr>
            <a:r>
              <a:t>• Een klik op een knop wordt met JavaScript afgehandeld.</a:t>
            </a:r>
          </a:p>
          <a:p>
            <a:pPr>
              <a:spcAft>
                <a:spcPts val="1400"/>
              </a:spcAft>
              <a:defRPr sz="2000">
                <a:solidFill>
                  <a:srgbClr val="0F172A"/>
                </a:solidFill>
                <a:latin typeface="Aptos"/>
              </a:defRPr>
            </a:pPr>
            <a:r>
              <a:t>• De gebruiker krijgt zichtbare feedback na het klikken.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5806440"/>
            <a:ext cx="2103120" cy="50292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✓ Afgerond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Aptos Display"/>
              </a:defRPr>
            </a:pPr>
            <a:r>
              <a:t>4. User Story 3 – Producten zoeken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475569"/>
                </a:solidFill>
                <a:latin typeface="Aptos"/>
              </a:defRPr>
            </a:pPr>
            <a:r>
              <a:t>Must Have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9164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0F172A"/>
                </a:solidFill>
                <a:latin typeface="Aptos"/>
              </a:defRPr>
            </a:pPr>
            <a:r>
              <a:t>• Er is een zichtbaar zoekveld.</a:t>
            </a:r>
          </a:p>
          <a:p>
            <a:pPr>
              <a:spcAft>
                <a:spcPts val="1400"/>
              </a:spcAft>
              <a:defRPr sz="2000">
                <a:solidFill>
                  <a:srgbClr val="0F172A"/>
                </a:solidFill>
                <a:latin typeface="Aptos"/>
              </a:defRPr>
            </a:pPr>
            <a:r>
              <a:t>• De zoekfunctie reageert direct op invoer.</a:t>
            </a:r>
          </a:p>
          <a:p>
            <a:pPr>
              <a:spcAft>
                <a:spcPts val="1400"/>
              </a:spcAft>
              <a:defRPr sz="2000">
                <a:solidFill>
                  <a:srgbClr val="0F172A"/>
                </a:solidFill>
                <a:latin typeface="Aptos"/>
              </a:defRPr>
            </a:pPr>
            <a:r>
              <a:t>• Niet-overeenkomende producten worden verborgen.</a:t>
            </a:r>
          </a:p>
          <a:p>
            <a:pPr>
              <a:spcAft>
                <a:spcPts val="1400"/>
              </a:spcAft>
              <a:defRPr sz="2000">
                <a:solidFill>
                  <a:srgbClr val="0F172A"/>
                </a:solidFill>
                <a:latin typeface="Aptos"/>
              </a:defRPr>
            </a:pPr>
            <a:r>
              <a:t>• Bij het verwijderen van de zoekopdracht worden alle producten opnieuw zichtbaar.</a:t>
            </a:r>
          </a:p>
          <a:p>
            <a:pPr>
              <a:spcAft>
                <a:spcPts val="1400"/>
              </a:spcAft>
              <a:defRPr sz="2000">
                <a:solidFill>
                  <a:srgbClr val="0F172A"/>
                </a:solidFill>
                <a:latin typeface="Aptos"/>
              </a:defRPr>
            </a:pPr>
            <a:r>
              <a:t>• Bij geen resultaten krijgt de gebruiker een duidelijke melding.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5806440"/>
            <a:ext cx="2103120" cy="50292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✓ Afgerond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Aptos Display"/>
              </a:defRPr>
            </a:pPr>
            <a:r>
              <a:t>5. User Story 4 – Countdown timer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475569"/>
                </a:solidFill>
                <a:latin typeface="Aptos"/>
              </a:defRPr>
            </a:pPr>
            <a:r>
              <a:t>Could Have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9164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0F172A"/>
                </a:solidFill>
                <a:latin typeface="Aptos"/>
              </a:defRPr>
            </a:pPr>
            <a:r>
              <a:t>• De webshop bevat een zichtbare countdown timer.</a:t>
            </a:r>
          </a:p>
          <a:p>
            <a:pPr>
              <a:spcAft>
                <a:spcPts val="1400"/>
              </a:spcAft>
              <a:defRPr sz="2000">
                <a:solidFill>
                  <a:srgbClr val="0F172A"/>
                </a:solidFill>
                <a:latin typeface="Aptos"/>
              </a:defRPr>
            </a:pPr>
            <a:r>
              <a:t>• De timer telt automatisch af.</a:t>
            </a:r>
          </a:p>
          <a:p>
            <a:pPr>
              <a:spcAft>
                <a:spcPts val="1400"/>
              </a:spcAft>
              <a:defRPr sz="2000">
                <a:solidFill>
                  <a:srgbClr val="0F172A"/>
                </a:solidFill>
                <a:latin typeface="Aptos"/>
              </a:defRPr>
            </a:pPr>
            <a:r>
              <a:t>• De resterende tijd wordt automatisch bijgewerkt.</a:t>
            </a:r>
          </a:p>
          <a:p>
            <a:pPr>
              <a:spcAft>
                <a:spcPts val="1400"/>
              </a:spcAft>
              <a:defRPr sz="2000">
                <a:solidFill>
                  <a:srgbClr val="0F172A"/>
                </a:solidFill>
                <a:latin typeface="Aptos"/>
              </a:defRPr>
            </a:pPr>
            <a:r>
              <a:t>• Wanneer de timer afloopt, verandert de interface zichtbaar.</a:t>
            </a:r>
          </a:p>
          <a:p>
            <a:pPr>
              <a:spcAft>
                <a:spcPts val="1400"/>
              </a:spcAft>
              <a:defRPr sz="2000">
                <a:solidFill>
                  <a:srgbClr val="0F172A"/>
                </a:solidFill>
                <a:latin typeface="Aptos"/>
              </a:defRPr>
            </a:pPr>
            <a:r>
              <a:t>• De timer laat zien hoe lang een flash sale nog geldig 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5806440"/>
            <a:ext cx="2103120" cy="50292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✓ Afgerond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Aptos Display"/>
              </a:defRPr>
            </a:pPr>
            <a:r>
              <a:t>6. Demo – WhiteMarket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475569"/>
                </a:solidFill>
                <a:latin typeface="Aptos"/>
              </a:defRPr>
            </a:pPr>
            <a:r>
              <a:t>Laat tijdens de demo de werkende website zien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9164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0F172A"/>
                </a:solidFill>
                <a:latin typeface="Aptos"/>
              </a:defRPr>
            </a:pPr>
            <a:r>
              <a:t>• Open de WhiteMarket webshop.</a:t>
            </a:r>
          </a:p>
          <a:p>
            <a:pPr>
              <a:spcAft>
                <a:spcPts val="1400"/>
              </a:spcAft>
              <a:defRPr sz="2000">
                <a:solidFill>
                  <a:srgbClr val="0F172A"/>
                </a:solidFill>
                <a:latin typeface="Aptos"/>
              </a:defRPr>
            </a:pPr>
            <a:r>
              <a:t>• Laat de producten en productkaarten zien.</a:t>
            </a:r>
          </a:p>
          <a:p>
            <a:pPr>
              <a:spcAft>
                <a:spcPts val="1400"/>
              </a:spcAft>
              <a:defRPr sz="2000">
                <a:solidFill>
                  <a:srgbClr val="0F172A"/>
                </a:solidFill>
                <a:latin typeface="Aptos"/>
              </a:defRPr>
            </a:pPr>
            <a:r>
              <a:t>• Test een call-to-action knop en laat de hover state zien.</a:t>
            </a:r>
          </a:p>
          <a:p>
            <a:pPr>
              <a:spcAft>
                <a:spcPts val="1400"/>
              </a:spcAft>
              <a:defRPr sz="2000">
                <a:solidFill>
                  <a:srgbClr val="0F172A"/>
                </a:solidFill>
                <a:latin typeface="Aptos"/>
              </a:defRPr>
            </a:pPr>
            <a:r>
              <a:t>• Gebruik de zoekfunctie met een bestaand product.</a:t>
            </a:r>
          </a:p>
          <a:p>
            <a:pPr>
              <a:spcAft>
                <a:spcPts val="1400"/>
              </a:spcAft>
              <a:defRPr sz="2000">
                <a:solidFill>
                  <a:srgbClr val="0F172A"/>
                </a:solidFill>
                <a:latin typeface="Aptos"/>
              </a:defRPr>
            </a:pPr>
            <a:r>
              <a:t>• Test een zoekopdracht zonder resultaten.</a:t>
            </a:r>
          </a:p>
          <a:p>
            <a:pPr>
              <a:spcAft>
                <a:spcPts val="1400"/>
              </a:spcAft>
              <a:defRPr sz="2000">
                <a:solidFill>
                  <a:srgbClr val="0F172A"/>
                </a:solidFill>
                <a:latin typeface="Aptos"/>
              </a:defRPr>
            </a:pPr>
            <a:r>
              <a:t>• Laat de countdown timer zien en hoe deze aftelt.</a:t>
            </a:r>
          </a:p>
          <a:p>
            <a:pPr>
              <a:spcAft>
                <a:spcPts val="1400"/>
              </a:spcAft>
              <a:defRPr sz="2000">
                <a:solidFill>
                  <a:srgbClr val="0F172A"/>
                </a:solidFill>
                <a:latin typeface="Aptos"/>
              </a:defRPr>
            </a:pPr>
            <a:r>
              <a:t>• Laat zien dat de website op desktop en mobiel bruikbaar is.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Aptos Display"/>
              </a:defRPr>
            </a:pPr>
            <a:r>
              <a:t>7. Wat is niet gelukt?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475569"/>
                </a:solidFill>
                <a:latin typeface="Aptos"/>
              </a:defRPr>
            </a:pPr>
            <a:r>
              <a:t>Alle geplande onderdelen zijn afgerond.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9164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0F172A"/>
                </a:solidFill>
                <a:latin typeface="Aptos"/>
              </a:defRPr>
            </a:pPr>
            <a:r>
              <a:t>• User Story 1 – Visueel aantrekkelijke webshop: afgerond.</a:t>
            </a:r>
          </a:p>
          <a:p>
            <a:pPr>
              <a:spcAft>
                <a:spcPts val="1400"/>
              </a:spcAft>
              <a:defRPr sz="2000">
                <a:solidFill>
                  <a:srgbClr val="0F172A"/>
                </a:solidFill>
                <a:latin typeface="Aptos"/>
              </a:defRPr>
            </a:pPr>
            <a:r>
              <a:t>• User Story 2 – Duidelijke call-to-actions: afgerond.</a:t>
            </a:r>
          </a:p>
          <a:p>
            <a:pPr>
              <a:spcAft>
                <a:spcPts val="1400"/>
              </a:spcAft>
              <a:defRPr sz="2000">
                <a:solidFill>
                  <a:srgbClr val="0F172A"/>
                </a:solidFill>
                <a:latin typeface="Aptos"/>
              </a:defRPr>
            </a:pPr>
            <a:r>
              <a:t>• User Story 3 – Producten zoeken: afgerond.</a:t>
            </a:r>
          </a:p>
          <a:p>
            <a:pPr>
              <a:spcAft>
                <a:spcPts val="1400"/>
              </a:spcAft>
              <a:defRPr sz="2000">
                <a:solidFill>
                  <a:srgbClr val="0F172A"/>
                </a:solidFill>
                <a:latin typeface="Aptos"/>
              </a:defRPr>
            </a:pPr>
            <a:r>
              <a:t>• User Story 4 – Countdown timer: afgerond.</a:t>
            </a:r>
          </a:p>
          <a:p>
            <a:pPr>
              <a:spcAft>
                <a:spcPts val="1400"/>
              </a:spcAft>
              <a:defRPr sz="2000">
                <a:solidFill>
                  <a:srgbClr val="0F172A"/>
                </a:solidFill>
                <a:latin typeface="Aptos"/>
              </a:defRPr>
            </a:pPr>
            <a:r>
              <a:t>• Er zijn geen geplande user stories blijven liggen.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5806440"/>
            <a:ext cx="2103120" cy="50292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Alles gelukt ✓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Aptos Display"/>
              </a:defRPr>
            </a:pPr>
            <a:r>
              <a:t>8. Feedback van de opdrachtgever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475569"/>
                </a:solidFill>
                <a:latin typeface="Aptos"/>
              </a:defRPr>
            </a:pPr>
            <a:r>
              <a:t>Wat kunnen we als team verbeteren?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9164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0F172A"/>
                </a:solidFill>
                <a:latin typeface="Aptos"/>
              </a:defRPr>
            </a:pPr>
            <a:r>
              <a:t>• We moeten beter samenwerken.</a:t>
            </a:r>
          </a:p>
          <a:p>
            <a:pPr>
              <a:spcAft>
                <a:spcPts val="1400"/>
              </a:spcAft>
              <a:defRPr sz="2000">
                <a:solidFill>
                  <a:srgbClr val="0F172A"/>
                </a:solidFill>
                <a:latin typeface="Aptos"/>
              </a:defRPr>
            </a:pPr>
            <a:r>
              <a:t>• De taken moeten beter over het team verdeeld worden.</a:t>
            </a:r>
          </a:p>
          <a:p>
            <a:pPr>
              <a:spcAft>
                <a:spcPts val="1400"/>
              </a:spcAft>
              <a:defRPr sz="2000">
                <a:solidFill>
                  <a:srgbClr val="0F172A"/>
                </a:solidFill>
                <a:latin typeface="Aptos"/>
              </a:defRPr>
            </a:pPr>
            <a:r>
              <a:t>• Shivesh en Kadir moesten meer bijdragen aan het project.</a:t>
            </a:r>
          </a:p>
          <a:p>
            <a:pPr>
              <a:spcAft>
                <a:spcPts val="1400"/>
              </a:spcAft>
              <a:defRPr sz="2000">
                <a:solidFill>
                  <a:srgbClr val="0F172A"/>
                </a:solidFill>
                <a:latin typeface="Aptos"/>
              </a:defRPr>
            </a:pPr>
            <a:r>
              <a:t>• Iedereen moet een actieve bijdrage leveren.</a:t>
            </a:r>
          </a:p>
          <a:p>
            <a:pPr>
              <a:spcAft>
                <a:spcPts val="1400"/>
              </a:spcAft>
              <a:defRPr sz="2000">
                <a:solidFill>
                  <a:srgbClr val="0F172A"/>
                </a:solidFill>
                <a:latin typeface="Aptos"/>
              </a:defRPr>
            </a:pPr>
            <a:r>
              <a:t>• We willen hierover beter communiceren tijdens de volgende sprint.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Aptos Display"/>
              </a:defRPr>
            </a:pPr>
            <a:r>
              <a:t>9. Wat nemen we mee naar de volgende sprint?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475569"/>
                </a:solidFill>
                <a:latin typeface="Aptos"/>
              </a:defRPr>
            </a:pPr>
            <a:r>
              <a:t>Verbeterpunten voor ons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9164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0F172A"/>
                </a:solidFill>
                <a:latin typeface="Aptos"/>
              </a:defRPr>
            </a:pPr>
            <a:r>
              <a:t>• Taken vooraf duidelijk verdelen.</a:t>
            </a:r>
          </a:p>
          <a:p>
            <a:pPr>
              <a:spcAft>
                <a:spcPts val="1400"/>
              </a:spcAft>
              <a:defRPr sz="2000">
                <a:solidFill>
                  <a:srgbClr val="0F172A"/>
                </a:solidFill>
                <a:latin typeface="Aptos"/>
              </a:defRPr>
            </a:pPr>
            <a:r>
              <a:t>• Beter en vaker met elkaar overleggen.</a:t>
            </a:r>
          </a:p>
          <a:p>
            <a:pPr>
              <a:spcAft>
                <a:spcPts val="1400"/>
              </a:spcAft>
              <a:defRPr sz="2000">
                <a:solidFill>
                  <a:srgbClr val="0F172A"/>
                </a:solidFill>
                <a:latin typeface="Aptos"/>
              </a:defRPr>
            </a:pPr>
            <a:r>
              <a:t>• Iedereen verantwoordelijk maken voor eigen taken.</a:t>
            </a:r>
          </a:p>
          <a:p>
            <a:pPr>
              <a:spcAft>
                <a:spcPts val="1400"/>
              </a:spcAft>
              <a:defRPr sz="2000">
                <a:solidFill>
                  <a:srgbClr val="0F172A"/>
                </a:solidFill>
                <a:latin typeface="Aptos"/>
              </a:defRPr>
            </a:pPr>
            <a:r>
              <a:t>• Elkaar op de hoogte houden van de voortgang.</a:t>
            </a:r>
          </a:p>
          <a:p>
            <a:pPr>
              <a:spcAft>
                <a:spcPts val="1400"/>
              </a:spcAft>
              <a:defRPr sz="2000">
                <a:solidFill>
                  <a:srgbClr val="0F172A"/>
                </a:solidFill>
                <a:latin typeface="Aptos"/>
              </a:defRPr>
            </a:pPr>
            <a:r>
              <a:t>• Feedback sneller bespreken en toepassen.</a:t>
            </a:r>
          </a:p>
          <a:p>
            <a:pPr>
              <a:spcAft>
                <a:spcPts val="1400"/>
              </a:spcAft>
              <a:defRPr sz="2000">
                <a:solidFill>
                  <a:srgbClr val="0F172A"/>
                </a:solidFill>
                <a:latin typeface="Aptos"/>
              </a:defRPr>
            </a:pPr>
            <a:r>
              <a:t>• De WhiteMarket verder verbeteren op basis van nieuwe wensen.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Aptos Display"/>
              </a:defRPr>
            </a:pPr>
            <a:r>
              <a:t>10. Afsluiting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475569"/>
                </a:solidFill>
                <a:latin typeface="Aptos"/>
              </a:defRPr>
            </a:pPr>
            <a:r>
              <a:t>WhiteMarket – Sprint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9164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0F172A"/>
                </a:solidFill>
                <a:latin typeface="Aptos"/>
              </a:defRPr>
            </a:pPr>
            <a:r>
              <a:t>• Alle vier de user stories zijn afgerond.</a:t>
            </a:r>
          </a:p>
          <a:p>
            <a:pPr>
              <a:spcAft>
                <a:spcPts val="1400"/>
              </a:spcAft>
              <a:defRPr sz="2000">
                <a:solidFill>
                  <a:srgbClr val="0F172A"/>
                </a:solidFill>
                <a:latin typeface="Aptos"/>
              </a:defRPr>
            </a:pPr>
            <a:r>
              <a:t>• De webshop werkt zoals gepland.</a:t>
            </a:r>
          </a:p>
          <a:p>
            <a:pPr>
              <a:spcAft>
                <a:spcPts val="1400"/>
              </a:spcAft>
              <a:defRPr sz="2000">
                <a:solidFill>
                  <a:srgbClr val="0F172A"/>
                </a:solidFill>
                <a:latin typeface="Aptos"/>
              </a:defRPr>
            </a:pPr>
            <a:r>
              <a:t>• We hebben feedback gekregen over onze samenwerking.</a:t>
            </a:r>
          </a:p>
          <a:p>
            <a:pPr>
              <a:spcAft>
                <a:spcPts val="1400"/>
              </a:spcAft>
              <a:defRPr sz="2000">
                <a:solidFill>
                  <a:srgbClr val="0F172A"/>
                </a:solidFill>
                <a:latin typeface="Aptos"/>
              </a:defRPr>
            </a:pPr>
            <a:r>
              <a:t>• Deze feedback nemen we mee naar de volgende sprint.</a:t>
            </a:r>
          </a:p>
          <a:p>
            <a:pPr>
              <a:spcAft>
                <a:spcPts val="1400"/>
              </a:spcAft>
              <a:defRPr sz="2000">
                <a:solidFill>
                  <a:srgbClr val="0F172A"/>
                </a:solidFill>
                <a:latin typeface="Aptos"/>
              </a:defRPr>
            </a:pPr>
            <a:r>
              <a:t>• Bedankt voor het kijken!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ezig met opnemen 2026-10-09 093023">
            <a:hlinkClick r:id="" action="ppaction://media"/>
            <a:extLst>
              <a:ext uri="{FF2B5EF4-FFF2-40B4-BE49-F238E27FC236}">
                <a16:creationId xmlns:a16="http://schemas.microsoft.com/office/drawing/2014/main" id="{6B87D135-400A-2E89-BD3E-4AE6C5A0C20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1917680" cy="6861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992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96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629</Words>
  <Application>Microsoft Office PowerPoint</Application>
  <PresentationFormat>Breedbeeld</PresentationFormat>
  <Paragraphs>82</Paragraphs>
  <Slides>12</Slides>
  <Notes>0</Notes>
  <HiddenSlides>0</HiddenSlides>
  <MMClips>1</MMClips>
  <ScaleCrop>false</ScaleCrop>
  <HeadingPairs>
    <vt:vector size="6" baseType="variant">
      <vt:variant>
        <vt:lpstr>Gebruikte lettertypen</vt:lpstr>
      </vt:variant>
      <vt:variant>
        <vt:i4>2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Kadir Çakir</cp:lastModifiedBy>
  <cp:revision>4</cp:revision>
  <dcterms:created xsi:type="dcterms:W3CDTF">2013-01-27T09:14:16Z</dcterms:created>
  <dcterms:modified xsi:type="dcterms:W3CDTF">2026-10-09T10:54:46Z</dcterms:modified>
  <cp:category/>
</cp:coreProperties>
</file>