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79" autoAdjust="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888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Aptos Display"/>
              </a:defRPr>
            </a:pPr>
            <a:r>
              <a:t>WhiteMarket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88920"/>
            <a:ext cx="9601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BFDBFE"/>
                </a:solidFill>
                <a:latin typeface="Aptos"/>
              </a:defRPr>
            </a:pPr>
            <a:r>
              <a:t>Sprint Review – S5.1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Werkende webshop • 4 afgeronde user stories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1. Opening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Doel van deze sprint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Een werkende en overzichtelijke webshop maken voor WhiteMarket.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Producten duidelijk presenteren met een consistente stijl.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Een zoekfunctie en duidelijke actieknoppen toevoegen.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Een countdown timer maken voor flash sales.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Alle geplande user stories zijn afgerond.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2. User Story 1 – Visueel aantrekkelijke webshop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Must Have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Minimaal</a:t>
            </a:r>
            <a:r>
              <a:rPr dirty="0"/>
              <a:t> 3 </a:t>
            </a:r>
            <a:r>
              <a:rPr dirty="0" err="1"/>
              <a:t>voorbeeldproducten</a:t>
            </a:r>
            <a:r>
              <a:rPr dirty="0"/>
              <a:t> op de </a:t>
            </a:r>
            <a:r>
              <a:rPr dirty="0" err="1"/>
              <a:t>webshop</a:t>
            </a:r>
            <a:r>
              <a:rPr dirty="0"/>
              <a:t>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Elk product </a:t>
            </a:r>
            <a:r>
              <a:rPr dirty="0" err="1"/>
              <a:t>heeft</a:t>
            </a:r>
            <a:r>
              <a:rPr dirty="0"/>
              <a:t> </a:t>
            </a:r>
            <a:r>
              <a:rPr dirty="0" err="1"/>
              <a:t>een</a:t>
            </a:r>
            <a:r>
              <a:rPr dirty="0"/>
              <a:t> naam, </a:t>
            </a:r>
            <a:r>
              <a:rPr dirty="0" err="1"/>
              <a:t>afbeelding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prijs</a:t>
            </a:r>
            <a:r>
              <a:rPr dirty="0"/>
              <a:t>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Duidelijke</a:t>
            </a:r>
            <a:r>
              <a:rPr dirty="0"/>
              <a:t> </a:t>
            </a:r>
            <a:r>
              <a:rPr dirty="0" err="1"/>
              <a:t>visuele</a:t>
            </a:r>
            <a:r>
              <a:rPr dirty="0"/>
              <a:t> </a:t>
            </a:r>
            <a:r>
              <a:rPr dirty="0" err="1"/>
              <a:t>hiërarchie</a:t>
            </a:r>
            <a:r>
              <a:rPr dirty="0"/>
              <a:t> met </a:t>
            </a:r>
            <a:r>
              <a:rPr dirty="0" err="1"/>
              <a:t>consistente</a:t>
            </a:r>
            <a:r>
              <a:rPr dirty="0"/>
              <a:t> </a:t>
            </a:r>
            <a:r>
              <a:rPr dirty="0" err="1"/>
              <a:t>kleuren</a:t>
            </a:r>
            <a:r>
              <a:rPr dirty="0"/>
              <a:t>, </a:t>
            </a:r>
            <a:r>
              <a:rPr dirty="0" err="1"/>
              <a:t>typografie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spacing.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Productkaarten</a:t>
            </a:r>
            <a:r>
              <a:rPr dirty="0"/>
              <a:t> </a:t>
            </a:r>
            <a:r>
              <a:rPr dirty="0" err="1"/>
              <a:t>zijn</a:t>
            </a:r>
            <a:r>
              <a:rPr dirty="0"/>
              <a:t> </a:t>
            </a:r>
            <a:r>
              <a:rPr dirty="0" err="1"/>
              <a:t>verzorgd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consistent </a:t>
            </a:r>
            <a:r>
              <a:rPr dirty="0" err="1"/>
              <a:t>vormgegeven</a:t>
            </a:r>
            <a:r>
              <a:rPr dirty="0"/>
              <a:t>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Belangrijke</a:t>
            </a:r>
            <a:r>
              <a:rPr dirty="0"/>
              <a:t> </a:t>
            </a:r>
            <a:r>
              <a:rPr dirty="0" err="1"/>
              <a:t>onderdelen</a:t>
            </a:r>
            <a:r>
              <a:rPr dirty="0"/>
              <a:t> </a:t>
            </a:r>
            <a:r>
              <a:rPr dirty="0" err="1"/>
              <a:t>vallen</a:t>
            </a:r>
            <a:r>
              <a:rPr dirty="0"/>
              <a:t> direct op.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De website is </a:t>
            </a:r>
            <a:r>
              <a:rPr dirty="0" err="1"/>
              <a:t>bruikbaar</a:t>
            </a:r>
            <a:r>
              <a:rPr dirty="0"/>
              <a:t> op desktop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mobiel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5806440"/>
            <a:ext cx="2103120" cy="5029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rPr dirty="0"/>
              <a:t>✓ </a:t>
            </a:r>
            <a:r>
              <a:rPr dirty="0" err="1"/>
              <a:t>Afgerond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3. User Story 2 – Duidelijke call-to-actions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Must Have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Elk product heeft minimaal één duidelijke actieknop.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knoppen vallen visueel goed op.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knoppen hebben een zichtbare hover state.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Een klik op een knop wordt met JavaScript afgehandeld.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gebruiker krijgt zichtbare feedback na het klikken.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5806440"/>
            <a:ext cx="2103120" cy="5029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✓ Afgerond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4. User Story 3 – Producten zoeken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Must Have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Er is een zichtbaar zoekveld.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zoekfunctie reageert direct op invoer.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Niet-overeenkomende producten worden verborgen.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Bij het verwijderen van de zoekopdracht worden alle producten opnieuw zichtbaar.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Bij geen resultaten krijgt de gebruiker een duidelijke melding.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5806440"/>
            <a:ext cx="2103120" cy="5029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✓ Afgerond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5. User Story 4 – Countdown timer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298369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rPr lang="nl-NL" dirty="0"/>
              <a:t>`Must</a:t>
            </a:r>
            <a:r>
              <a:rPr dirty="0"/>
              <a:t> Have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webshop bevat een zichtbare countdown timer.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timer telt automatisch af.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resterende tijd wordt automatisch bijgewerkt.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Wanneer de timer afloopt, verandert de interface zichtbaar.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timer laat zien hoe lang een flash sale nog geldig 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5806440"/>
            <a:ext cx="2103120" cy="5029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✓ Afgerond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6. Demo – WhiteMarket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Laat tijdens de demo de werkende website zien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2836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Open de </a:t>
            </a:r>
            <a:r>
              <a:rPr dirty="0" err="1"/>
              <a:t>WhiteMarket</a:t>
            </a:r>
            <a:r>
              <a:rPr dirty="0"/>
              <a:t> </a:t>
            </a:r>
            <a:r>
              <a:rPr dirty="0" err="1"/>
              <a:t>webshop</a:t>
            </a:r>
            <a:r>
              <a:rPr dirty="0"/>
              <a:t>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Laat de </a:t>
            </a:r>
            <a:r>
              <a:rPr dirty="0" err="1"/>
              <a:t>producten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productkaarten</a:t>
            </a:r>
            <a:r>
              <a:rPr dirty="0"/>
              <a:t> </a:t>
            </a:r>
            <a:r>
              <a:rPr dirty="0" err="1"/>
              <a:t>zien</a:t>
            </a:r>
            <a:r>
              <a:rPr dirty="0"/>
              <a:t>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Test </a:t>
            </a:r>
            <a:r>
              <a:rPr dirty="0" err="1"/>
              <a:t>een</a:t>
            </a:r>
            <a:r>
              <a:rPr dirty="0"/>
              <a:t> call-to-action knop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laat</a:t>
            </a:r>
            <a:r>
              <a:rPr dirty="0"/>
              <a:t> de hover state </a:t>
            </a:r>
            <a:r>
              <a:rPr dirty="0" err="1"/>
              <a:t>zien</a:t>
            </a:r>
            <a:r>
              <a:rPr dirty="0"/>
              <a:t>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Gebruik</a:t>
            </a:r>
            <a:r>
              <a:rPr dirty="0"/>
              <a:t> de </a:t>
            </a:r>
            <a:r>
              <a:rPr dirty="0" err="1"/>
              <a:t>zoekfunctie</a:t>
            </a:r>
            <a:r>
              <a:rPr dirty="0"/>
              <a:t> met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bestaand</a:t>
            </a:r>
            <a:r>
              <a:rPr dirty="0"/>
              <a:t> product.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Test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zoekopdracht</a:t>
            </a:r>
            <a:r>
              <a:rPr dirty="0"/>
              <a:t> </a:t>
            </a:r>
            <a:r>
              <a:rPr dirty="0" err="1"/>
              <a:t>zonder</a:t>
            </a:r>
            <a:r>
              <a:rPr dirty="0"/>
              <a:t> </a:t>
            </a:r>
            <a:r>
              <a:rPr dirty="0" err="1"/>
              <a:t>resultaten</a:t>
            </a:r>
            <a:r>
              <a:rPr dirty="0"/>
              <a:t>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rPr dirty="0"/>
              <a:t>• Laat de countdown timer </a:t>
            </a:r>
            <a:r>
              <a:rPr dirty="0" err="1"/>
              <a:t>zien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hoe </a:t>
            </a:r>
            <a:r>
              <a:rPr dirty="0" err="1"/>
              <a:t>deze</a:t>
            </a:r>
            <a:r>
              <a:rPr dirty="0"/>
              <a:t> </a:t>
            </a:r>
            <a:r>
              <a:rPr dirty="0" err="1"/>
              <a:t>aftelt</a:t>
            </a:r>
            <a:r>
              <a:rPr dirty="0"/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7. Wat is niet gelukt?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Alle geplande onderdelen zijn afgerond.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User Story 1 – Visueel aantrekkelijke webshop: afgerond.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User Story 2 – Duidelijke call-to-actions: afgerond.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User Story 3 – Producten zoeken: afgerond.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User Story 4 – Countdown timer: afgerond.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Er zijn geen geplande user stories blijven liggen.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5806440"/>
            <a:ext cx="2103120" cy="5029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Alles gelukt ✓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8. Feedback van de opdrachtgever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Wat kunnen we als team verbeteren?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We moeten beter samenwerken.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taken moeten beter over het team verdeeld worden.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Shivesh en Kadir moesten meer bijdragen aan het project.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Iedereen moet een actieve bijdrage leveren.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We willen hierover beter communiceren tijdens de volgende sprint.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9. Wat nemen we mee naar de volgende sprint?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Verbeterpunten voor ons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Taken vooraf duidelijk verdelen.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Beter en vaker met elkaar overleggen.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Iedereen verantwoordelijk maken voor eigen taken.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Elkaar op de hoogte houden van de voortgang.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Feedback sneller bespreken en toepassen.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WhiteMarket verder verbeteren op basis van nieuwe wensen.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 Display"/>
              </a:defRPr>
            </a:pPr>
            <a:r>
              <a:t>10. Afsluiting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789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475569"/>
                </a:solidFill>
                <a:latin typeface="Aptos"/>
              </a:defRPr>
            </a:pPr>
            <a:r>
              <a:t>WhiteMarket – Sprint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Alle vier de user stories zijn afgerond.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 webshop werkt zoals gepland.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We hebben feedback gekregen over onze samenwerking.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Deze feedback nemen we mee naar de volgende sprint.</a:t>
            </a:r>
          </a:p>
          <a:p>
            <a:pPr>
              <a:spcAft>
                <a:spcPts val="14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• Bedankt voor het kijken!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ezig met opnemen 2026-10-09 093023">
            <a:hlinkClick r:id="" action="ppaction://media"/>
            <a:extLst>
              <a:ext uri="{FF2B5EF4-FFF2-40B4-BE49-F238E27FC236}">
                <a16:creationId xmlns:a16="http://schemas.microsoft.com/office/drawing/2014/main" id="{6B87D135-400A-2E89-BD3E-4AE6C5A0C20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-3576"/>
            <a:ext cx="11917680" cy="6861576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CE9F10F0-22BA-ED79-6205-4835F65C30A3}"/>
              </a:ext>
            </a:extLst>
          </p:cNvPr>
          <p:cNvSpPr txBox="1"/>
          <p:nvPr/>
        </p:nvSpPr>
        <p:spPr>
          <a:xfrm>
            <a:off x="1389888" y="4133088"/>
            <a:ext cx="50932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b="1" dirty="0">
                <a:latin typeface="Aharoni" panose="020F0502020204030204" pitchFamily="2" charset="-79"/>
                <a:cs typeface="Aharoni" panose="020F0502020204030204" pitchFamily="2" charset="-79"/>
              </a:rPr>
              <a:t>LOVE NAAR VAN GESSEL</a:t>
            </a:r>
          </a:p>
        </p:txBody>
      </p:sp>
    </p:spTree>
    <p:extLst>
      <p:ext uri="{BB962C8B-B14F-4D97-AF65-F5344CB8AC3E}">
        <p14:creationId xmlns:p14="http://schemas.microsoft.com/office/powerpoint/2010/main" val="1542992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6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2" presetClass="entr" presetSubtype="4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621</Words>
  <Application>Microsoft Office PowerPoint</Application>
  <PresentationFormat>Breedbeeld</PresentationFormat>
  <Paragraphs>82</Paragraphs>
  <Slides>12</Slides>
  <Notes>0</Notes>
  <HiddenSlides>0</HiddenSlides>
  <MMClips>1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12</vt:i4>
      </vt:variant>
    </vt:vector>
  </HeadingPairs>
  <TitlesOfParts>
    <vt:vector size="16" baseType="lpstr">
      <vt:lpstr>Aharoni</vt:lpstr>
      <vt:lpstr>Arial</vt:lpstr>
      <vt:lpstr>Calibri</vt:lpstr>
      <vt:lpstr>Office Theme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Kadir Çakir</cp:lastModifiedBy>
  <cp:revision>5</cp:revision>
  <dcterms:created xsi:type="dcterms:W3CDTF">2013-01-27T09:14:16Z</dcterms:created>
  <dcterms:modified xsi:type="dcterms:W3CDTF">2026-10-09T12:38:17Z</dcterms:modified>
  <cp:category/>
</cp:coreProperties>
</file>