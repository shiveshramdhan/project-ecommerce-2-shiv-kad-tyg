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219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Aptos Display"/>
              </a:defRPr>
            </a:pPr>
            <a:r>
              <a:t>WhiteMarket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8892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BFDBFE"/>
                </a:solidFill>
                <a:latin typeface="Aptos"/>
              </a:defRPr>
            </a:pPr>
            <a:r>
              <a:t>Sprint Review – S5.1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Werkende webshop • 4 afgeronde user stories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1. 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Doel van deze sprint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werkende en overzichtelijke webshop maken voor WhiteMarket.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Producten duidelijk presenteren met een consistente stijl.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zoekfunctie en duidelijke actieknoppen toevoegen.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countdown timer maken voor flash sales.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Alle geplande user stories zijn afgerond.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2. User Story 1 – Visueel aantrekkelijke webshop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Minimaal</a:t>
            </a:r>
            <a:r>
              <a:rPr dirty="0"/>
              <a:t> 3 </a:t>
            </a:r>
            <a:r>
              <a:rPr dirty="0" err="1"/>
              <a:t>voorbeeldproducten</a:t>
            </a:r>
            <a:r>
              <a:rPr dirty="0"/>
              <a:t> op de </a:t>
            </a:r>
            <a:r>
              <a:rPr dirty="0" err="1"/>
              <a:t>webshop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Elk product </a:t>
            </a:r>
            <a:r>
              <a:rPr dirty="0" err="1"/>
              <a:t>heeft</a:t>
            </a:r>
            <a:r>
              <a:rPr dirty="0"/>
              <a:t> </a:t>
            </a:r>
            <a:r>
              <a:rPr dirty="0" err="1"/>
              <a:t>een</a:t>
            </a:r>
            <a:r>
              <a:rPr dirty="0"/>
              <a:t> naam, </a:t>
            </a:r>
            <a:r>
              <a:rPr dirty="0" err="1"/>
              <a:t>afbeelding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prijs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Duidelijke</a:t>
            </a:r>
            <a:r>
              <a:rPr dirty="0"/>
              <a:t> </a:t>
            </a:r>
            <a:r>
              <a:rPr dirty="0" err="1"/>
              <a:t>visuele</a:t>
            </a:r>
            <a:r>
              <a:rPr dirty="0"/>
              <a:t> </a:t>
            </a:r>
            <a:r>
              <a:rPr dirty="0" err="1"/>
              <a:t>hiërarchie</a:t>
            </a:r>
            <a:r>
              <a:rPr dirty="0"/>
              <a:t> met </a:t>
            </a:r>
            <a:r>
              <a:rPr dirty="0" err="1"/>
              <a:t>consistente</a:t>
            </a:r>
            <a:r>
              <a:rPr dirty="0"/>
              <a:t> </a:t>
            </a:r>
            <a:r>
              <a:rPr dirty="0" err="1"/>
              <a:t>kleuren</a:t>
            </a:r>
            <a:r>
              <a:rPr dirty="0"/>
              <a:t>, </a:t>
            </a:r>
            <a:r>
              <a:rPr dirty="0" err="1"/>
              <a:t>typografie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spacing.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Productkaarten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</a:t>
            </a:r>
            <a:r>
              <a:rPr dirty="0" err="1"/>
              <a:t>verzorgd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consistent </a:t>
            </a:r>
            <a:r>
              <a:rPr dirty="0" err="1"/>
              <a:t>vormgegeven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Belangrijke</a:t>
            </a:r>
            <a:r>
              <a:rPr dirty="0"/>
              <a:t> </a:t>
            </a:r>
            <a:r>
              <a:rPr dirty="0" err="1"/>
              <a:t>onderdelen</a:t>
            </a:r>
            <a:r>
              <a:rPr dirty="0"/>
              <a:t> </a:t>
            </a:r>
            <a:r>
              <a:rPr dirty="0" err="1"/>
              <a:t>vallen</a:t>
            </a:r>
            <a:r>
              <a:rPr dirty="0"/>
              <a:t> direct 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De website is </a:t>
            </a:r>
            <a:r>
              <a:rPr dirty="0" err="1"/>
              <a:t>bruikbaar</a:t>
            </a:r>
            <a:r>
              <a:rPr dirty="0"/>
              <a:t> op desktop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mobiel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rPr dirty="0"/>
              <a:t>✓ </a:t>
            </a:r>
            <a:r>
              <a:rPr dirty="0" err="1"/>
              <a:t>Afgerond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3. User Story 2 – Duidelijke call-to-actions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Elk product heeft minimaal één duidelijke actieknop.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knoppen vallen visueel goed 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knoppen hebben een zichtbare hover state.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klik op een knop wordt met JavaScript afgehandeld.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gebruiker krijgt zichtbare feedback na het klikken.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4. User Story 3 – Producten zoeken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Er is een zichtbaar zoekveld.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zoekfunctie reageert direct op invoer.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Niet-overeenkomende producten worden verborgen.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Bij het verwijderen van de zoekopdracht worden alle producten opnieuw zichtbaar.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Bij geen resultaten krijgt de gebruiker een duidelijke melding.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5. User Story 4 – Countdown timer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Could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webshop bevat een zichtbare countdown timer.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timer telt automatisch af.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resterende tijd wordt automatisch bijgewerkt.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Wanneer de timer afloopt, verandert de interface zichtbaar.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timer laat zien hoe lang een flash sale nog geldig 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6. Demo – WhiteMarket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Laat tijdens de demo de werkende website zien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Open de WhiteMarket webshop.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Laat de producten en productkaarten zien.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Test een call-to-action knop en laat de hover state zien.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Gebruik de zoekfunctie met een bestaand product.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Test een zoekopdracht zonder resultaten.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Laat de countdown timer zien en hoe deze aftelt.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Laat zien dat de website op desktop en mobiel bruikbaar is.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7. Wat is niet gelukt?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Alle geplande onderdelen zijn afgerond.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1 – Visueel aantrekkelijke webshop: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2 – Duidelijke call-to-actions: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3 – Producten zoeken: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4 – Countdown timer: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Er zijn geen geplande user stories blijven liggen.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Alles gelukt ✓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8. Feedback van de opdrachtgever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Wat kunnen we als team verbeteren?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moeten beter samenwerken.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taken moeten beter over het team verdeeld worden.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Shivesh en Kadir moesten meer bijdragen aan het project.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Iedereen moet een actieve bijdrage leveren.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willen hierover beter communiceren tijdens de volgende sprint.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9. Wat nemen we mee naar de volgende sprint?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Verbeterpunten voor ons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Taken vooraf duidelijk verdelen.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Beter en vaker met elkaar overleggen.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Iedereen verantwoordelijk maken voor eigen taken.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Elkaar op de hoogte houden van de voortgang.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Feedback sneller bespreken en toepassen.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WhiteMarket verder verbeteren op basis van nieuwe wensen.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10. Afsluiting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WhiteMarket – Sprint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Alle vier de user stories zijn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webshop werkt zoals gepland.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hebben feedback gekregen over onze samenwerking.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Deze feedback nemen we mee naar de volgende sprint.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Bedankt voor het kijken!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ezig met opnemen 2026-10-09 093023">
            <a:hlinkClick r:id="" action="ppaction://media"/>
            <a:extLst>
              <a:ext uri="{FF2B5EF4-FFF2-40B4-BE49-F238E27FC236}">
                <a16:creationId xmlns:a16="http://schemas.microsoft.com/office/drawing/2014/main" id="{6B87D135-400A-2E89-BD3E-4AE6C5A0C20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1917680" cy="686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99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629</Words>
  <Application>Microsoft Office PowerPoint</Application>
  <PresentationFormat>Breedbeeld</PresentationFormat>
  <Paragraphs>82</Paragraphs>
  <Slides>12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Kadir Çakir</cp:lastModifiedBy>
  <cp:revision>3</cp:revision>
  <dcterms:created xsi:type="dcterms:W3CDTF">2013-01-27T09:14:16Z</dcterms:created>
  <dcterms:modified xsi:type="dcterms:W3CDTF">2026-10-09T07:34:52Z</dcterms:modified>
  <cp:category/>
</cp:coreProperties>
</file>